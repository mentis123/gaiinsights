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/>
  <p:sldSz cx="12192000" cy="6858000"/>
  <p:notesSz cx="6858000" cy="9144000"/>
  <p:embeddedFontLst>
    <p:embeddedFont>
      <p:font typeface="Bellefair" panose="020B0604020202020204" charset="-79"/>
      <p:regular r:id="rId12"/>
    </p:embeddedFont>
    <p:embeddedFont>
      <p:font typeface="Helvetica Neue" panose="020B0604020202020204" charset="0"/>
      <p:regular r:id="rId13"/>
      <p:bold r:id="rId14"/>
      <p:italic r:id="rId15"/>
      <p:boldItalic r:id="rId16"/>
    </p:embeddedFont>
    <p:embeddedFont>
      <p:font typeface="Helvetica Neue Light" panose="020B060402020202020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ExtraBold" panose="00000900000000000000" pitchFamily="2" charset="0"/>
      <p:bold r:id="rId25"/>
      <p:boldItalic r:id="rId26"/>
    </p:embeddedFont>
    <p:embeddedFont>
      <p:font typeface="Montserrat Light" panose="00000400000000000000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jx0jl+ckxGeyEqXzYt5zeYoKRx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BA3BE2-43C3-4C71-A16F-3BDACB6CD925}">
  <a:tblStyle styleId="{E1BA3BE2-43C3-4C71-A16F-3BDACB6CD92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font" Target="fonts/font17.fntdata"/><Relationship Id="rId29" Type="http://schemas.openxmlformats.org/officeDocument/2006/relationships/font" Target="fonts/font18.fntdata"/><Relationship Id="rId30" Type="http://schemas.openxmlformats.org/officeDocument/2006/relationships/font" Target="fonts/font19.fntdata"/><Relationship Id="rId31" Type="http://schemas.openxmlformats.org/officeDocument/2006/relationships/font" Target="fonts/font20.fntdata"/><Relationship Id="rId32" Type="http://schemas.openxmlformats.org/officeDocument/2006/relationships/font" Target="fonts/font21.fntdata"/><Relationship Id="rId33" Type="http://schemas.openxmlformats.org/officeDocument/2006/relationships/font" Target="fonts/font22.fntdata"/><Relationship Id="rId34" Type="http://schemas.openxmlformats.org/officeDocument/2006/relationships/font" Target="fonts/font23.fntdata"/><Relationship Id="rId42" Type="http://customschemas.google.com/relationships/presentationmetadata" Target="meta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ctrTitle"/>
          </p:nvPr>
        </p:nvSpPr>
        <p:spPr>
          <a:xfrm>
            <a:off x="415611" y="1897533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p37"/>
          <p:cNvSpPr txBox="1">
            <a:spLocks noGrp="1"/>
          </p:cNvSpPr>
          <p:nvPr>
            <p:ph type="subTitle" idx="1"/>
          </p:nvPr>
        </p:nvSpPr>
        <p:spPr>
          <a:xfrm>
            <a:off x="415600" y="4683600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p3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title"/>
          </p:nvPr>
        </p:nvSpPr>
        <p:spPr>
          <a:xfrm>
            <a:off x="548640" y="365125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78200" y="0"/>
            <a:ext cx="6857998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>
            <a:spLocks noGrp="1"/>
          </p:cNvSpPr>
          <p:nvPr>
            <p:ph type="title"/>
          </p:nvPr>
        </p:nvSpPr>
        <p:spPr>
          <a:xfrm>
            <a:off x="548640" y="365125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9"/>
          <p:cNvSpPr txBox="1">
            <a:spLocks noGrp="1"/>
          </p:cNvSpPr>
          <p:nvPr>
            <p:ph type="body" idx="1"/>
          </p:nvPr>
        </p:nvSpPr>
        <p:spPr>
          <a:xfrm>
            <a:off x="54864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9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3650" y="-89975"/>
            <a:ext cx="6857998" cy="705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">
  <p:cSld name="Title Slide A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1" descr="A blue background with hexagons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1"/>
          <p:cNvSpPr txBox="1">
            <a:spLocks noGrp="1"/>
          </p:cNvSpPr>
          <p:nvPr>
            <p:ph type="ctrTitle"/>
          </p:nvPr>
        </p:nvSpPr>
        <p:spPr>
          <a:xfrm>
            <a:off x="1524000" y="4795728"/>
            <a:ext cx="9144000" cy="114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 Light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" name="Google Shape;27;p41" descr="A picture containing circle, font, graphics,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516" y="1122363"/>
            <a:ext cx="5944967" cy="3276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B">
  <p:cSld name="Title Slide B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2" descr="A blue background with hexagons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2"/>
          <p:cNvSpPr txBox="1">
            <a:spLocks noGrp="1"/>
          </p:cNvSpPr>
          <p:nvPr>
            <p:ph type="ctrTitle"/>
          </p:nvPr>
        </p:nvSpPr>
        <p:spPr>
          <a:xfrm>
            <a:off x="1524000" y="3017520"/>
            <a:ext cx="9144000" cy="190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lvetica Neue Light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" name="Google Shape;31;p42" descr="A picture containing circle, font, graphics,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400" y="822960"/>
            <a:ext cx="2743200" cy="151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er Slide A">
  <p:cSld name="Divier Slide A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3"/>
          <p:cNvPicPr preferRelativeResize="0"/>
          <p:nvPr/>
        </p:nvPicPr>
        <p:blipFill rotWithShape="1">
          <a:blip r:embed="rId2">
            <a:alphaModFix amt="8000"/>
          </a:blip>
          <a:srcRect l="7936" t="6521" r="14480" b="105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3"/>
          <p:cNvSpPr txBox="1">
            <a:spLocks noGrp="1"/>
          </p:cNvSpPr>
          <p:nvPr>
            <p:ph type="ctrTitle"/>
          </p:nvPr>
        </p:nvSpPr>
        <p:spPr>
          <a:xfrm>
            <a:off x="1524000" y="3017520"/>
            <a:ext cx="9144000" cy="114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lvetica Neue Light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7089" y="1325236"/>
            <a:ext cx="1072445" cy="1090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B">
  <p:cSld name="Divider Slide B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4"/>
          <p:cNvPicPr preferRelativeResize="0"/>
          <p:nvPr/>
        </p:nvPicPr>
        <p:blipFill rotWithShape="1">
          <a:blip r:embed="rId2">
            <a:alphaModFix/>
          </a:blip>
          <a:srcRect l="7936" t="6521" r="14480" b="105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4"/>
          <p:cNvSpPr txBox="1">
            <a:spLocks noGrp="1"/>
          </p:cNvSpPr>
          <p:nvPr>
            <p:ph type="ctrTitle"/>
          </p:nvPr>
        </p:nvSpPr>
        <p:spPr>
          <a:xfrm>
            <a:off x="1524000" y="3017520"/>
            <a:ext cx="9144000" cy="114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lvetica Neue Light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7089" y="1325236"/>
            <a:ext cx="1072445" cy="1090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C">
  <p:cSld name="Divider Slide C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5"/>
          <p:cNvPicPr preferRelativeResize="0"/>
          <p:nvPr/>
        </p:nvPicPr>
        <p:blipFill rotWithShape="1">
          <a:blip r:embed="rId2">
            <a:alphaModFix amt="40000"/>
          </a:blip>
          <a:srcRect l="7936" t="6521" r="14480" b="10527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5"/>
          <p:cNvSpPr txBox="1">
            <a:spLocks noGrp="1"/>
          </p:cNvSpPr>
          <p:nvPr>
            <p:ph type="ctrTitle"/>
          </p:nvPr>
        </p:nvSpPr>
        <p:spPr>
          <a:xfrm>
            <a:off x="1524000" y="3017520"/>
            <a:ext cx="9144000" cy="114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lvetica Neue Light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" name="Google Shape;4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7089" y="1325236"/>
            <a:ext cx="1072445" cy="1090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46"/>
          <p:cNvGrpSpPr/>
          <p:nvPr/>
        </p:nvGrpSpPr>
        <p:grpSpPr>
          <a:xfrm>
            <a:off x="-32396" y="1065504"/>
            <a:ext cx="11155680" cy="471141"/>
            <a:chOff x="-32396" y="510525"/>
            <a:chExt cx="8486200" cy="358400"/>
          </a:xfrm>
        </p:grpSpPr>
        <p:sp>
          <p:nvSpPr>
            <p:cNvPr id="46" name="Google Shape;46;p46"/>
            <p:cNvSpPr/>
            <p:nvPr/>
          </p:nvSpPr>
          <p:spPr>
            <a:xfrm>
              <a:off x="-32396" y="510525"/>
              <a:ext cx="8486200" cy="243625"/>
            </a:xfrm>
            <a:custGeom>
              <a:avLst/>
              <a:gdLst/>
              <a:ahLst/>
              <a:cxnLst/>
              <a:rect l="l" t="t" r="r" b="b"/>
              <a:pathLst>
                <a:path w="339448" h="9745" extrusionOk="0">
                  <a:moveTo>
                    <a:pt x="0" y="9745"/>
                  </a:moveTo>
                  <a:lnTo>
                    <a:pt x="233225" y="9463"/>
                  </a:lnTo>
                  <a:lnTo>
                    <a:pt x="247843" y="43"/>
                  </a:lnTo>
                  <a:lnTo>
                    <a:pt x="339448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oval" w="med" len="med"/>
            </a:ln>
          </p:spPr>
        </p:sp>
        <p:sp>
          <p:nvSpPr>
            <p:cNvPr id="47" name="Google Shape;47;p46"/>
            <p:cNvSpPr/>
            <p:nvPr/>
          </p:nvSpPr>
          <p:spPr>
            <a:xfrm>
              <a:off x="-8121" y="633400"/>
              <a:ext cx="8258825" cy="235525"/>
            </a:xfrm>
            <a:custGeom>
              <a:avLst/>
              <a:gdLst/>
              <a:ahLst/>
              <a:cxnLst/>
              <a:rect l="l" t="t" r="r" b="b"/>
              <a:pathLst>
                <a:path w="330353" h="9421" extrusionOk="0">
                  <a:moveTo>
                    <a:pt x="0" y="9421"/>
                  </a:moveTo>
                  <a:lnTo>
                    <a:pt x="235827" y="9420"/>
                  </a:lnTo>
                  <a:lnTo>
                    <a:pt x="250445" y="0"/>
                  </a:lnTo>
                  <a:lnTo>
                    <a:pt x="330353" y="1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oval" w="med" len="med"/>
            </a:ln>
          </p:spPr>
        </p:sp>
      </p:grpSp>
      <p:sp>
        <p:nvSpPr>
          <p:cNvPr id="48" name="Google Shape;48;p46"/>
          <p:cNvSpPr txBox="1">
            <a:spLocks noGrp="1"/>
          </p:cNvSpPr>
          <p:nvPr>
            <p:ph type="title"/>
          </p:nvPr>
        </p:nvSpPr>
        <p:spPr>
          <a:xfrm>
            <a:off x="548640" y="365125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9" name="Google Shape;49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6"/>
          <p:cNvSpPr txBox="1">
            <a:spLocks noGrp="1"/>
          </p:cNvSpPr>
          <p:nvPr>
            <p:ph type="body" idx="1"/>
          </p:nvPr>
        </p:nvSpPr>
        <p:spPr>
          <a:xfrm>
            <a:off x="548640" y="1825625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46"/>
          <p:cNvSpPr txBox="1">
            <a:spLocks noGrp="1"/>
          </p:cNvSpPr>
          <p:nvPr>
            <p:ph type="body" idx="2"/>
          </p:nvPr>
        </p:nvSpPr>
        <p:spPr>
          <a:xfrm>
            <a:off x="548640" y="2377440"/>
            <a:ext cx="1051560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6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>
            <a:spLocks noGrp="1"/>
          </p:cNvSpPr>
          <p:nvPr>
            <p:ph type="body" idx="1"/>
          </p:nvPr>
        </p:nvSpPr>
        <p:spPr>
          <a:xfrm>
            <a:off x="548640" y="1825625"/>
            <a:ext cx="51577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 i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47"/>
          <p:cNvSpPr txBox="1">
            <a:spLocks noGrp="1"/>
          </p:cNvSpPr>
          <p:nvPr>
            <p:ph type="body" idx="2"/>
          </p:nvPr>
        </p:nvSpPr>
        <p:spPr>
          <a:xfrm>
            <a:off x="548640" y="2377440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47"/>
          <p:cNvSpPr txBox="1">
            <a:spLocks noGrp="1"/>
          </p:cNvSpPr>
          <p:nvPr>
            <p:ph type="body" idx="3"/>
          </p:nvPr>
        </p:nvSpPr>
        <p:spPr>
          <a:xfrm>
            <a:off x="6126480" y="1825625"/>
            <a:ext cx="51831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 i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47"/>
          <p:cNvSpPr txBox="1">
            <a:spLocks noGrp="1"/>
          </p:cNvSpPr>
          <p:nvPr>
            <p:ph type="body" idx="4"/>
          </p:nvPr>
        </p:nvSpPr>
        <p:spPr>
          <a:xfrm>
            <a:off x="6126480" y="2377440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8" name="Google Shape;58;p47"/>
          <p:cNvGrpSpPr/>
          <p:nvPr/>
        </p:nvGrpSpPr>
        <p:grpSpPr>
          <a:xfrm>
            <a:off x="-32396" y="1065504"/>
            <a:ext cx="11155680" cy="471141"/>
            <a:chOff x="-32396" y="510525"/>
            <a:chExt cx="8486200" cy="358400"/>
          </a:xfrm>
        </p:grpSpPr>
        <p:sp>
          <p:nvSpPr>
            <p:cNvPr id="59" name="Google Shape;59;p47"/>
            <p:cNvSpPr/>
            <p:nvPr/>
          </p:nvSpPr>
          <p:spPr>
            <a:xfrm>
              <a:off x="-32396" y="510525"/>
              <a:ext cx="8486200" cy="243625"/>
            </a:xfrm>
            <a:custGeom>
              <a:avLst/>
              <a:gdLst/>
              <a:ahLst/>
              <a:cxnLst/>
              <a:rect l="l" t="t" r="r" b="b"/>
              <a:pathLst>
                <a:path w="339448" h="9745" extrusionOk="0">
                  <a:moveTo>
                    <a:pt x="0" y="9745"/>
                  </a:moveTo>
                  <a:lnTo>
                    <a:pt x="233225" y="9463"/>
                  </a:lnTo>
                  <a:lnTo>
                    <a:pt x="247843" y="43"/>
                  </a:lnTo>
                  <a:lnTo>
                    <a:pt x="339448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oval" w="med" len="med"/>
            </a:ln>
          </p:spPr>
        </p:sp>
        <p:sp>
          <p:nvSpPr>
            <p:cNvPr id="60" name="Google Shape;60;p47"/>
            <p:cNvSpPr/>
            <p:nvPr/>
          </p:nvSpPr>
          <p:spPr>
            <a:xfrm>
              <a:off x="-8121" y="633400"/>
              <a:ext cx="8258825" cy="235525"/>
            </a:xfrm>
            <a:custGeom>
              <a:avLst/>
              <a:gdLst/>
              <a:ahLst/>
              <a:cxnLst/>
              <a:rect l="l" t="t" r="r" b="b"/>
              <a:pathLst>
                <a:path w="330353" h="9421" extrusionOk="0">
                  <a:moveTo>
                    <a:pt x="0" y="9421"/>
                  </a:moveTo>
                  <a:lnTo>
                    <a:pt x="235827" y="9420"/>
                  </a:lnTo>
                  <a:lnTo>
                    <a:pt x="250445" y="0"/>
                  </a:lnTo>
                  <a:lnTo>
                    <a:pt x="330353" y="1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oval" w="med" len="med"/>
            </a:ln>
          </p:spPr>
        </p:sp>
      </p:grpSp>
      <p:sp>
        <p:nvSpPr>
          <p:cNvPr id="61" name="Google Shape;61;p47"/>
          <p:cNvSpPr txBox="1">
            <a:spLocks noGrp="1"/>
          </p:cNvSpPr>
          <p:nvPr>
            <p:ph type="title"/>
          </p:nvPr>
        </p:nvSpPr>
        <p:spPr>
          <a:xfrm>
            <a:off x="548640" y="365125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2" name="Google Shape;62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7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8"/>
          <p:cNvSpPr/>
          <p:nvPr/>
        </p:nvSpPr>
        <p:spPr>
          <a:xfrm>
            <a:off x="-15766" y="0"/>
            <a:ext cx="41148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48"/>
          <p:cNvPicPr preferRelativeResize="0"/>
          <p:nvPr/>
        </p:nvPicPr>
        <p:blipFill rotWithShape="1">
          <a:blip r:embed="rId2">
            <a:alphaModFix amt="8000"/>
          </a:blip>
          <a:srcRect l="7835" t="6521" r="65979" b="10527"/>
          <a:stretch/>
        </p:blipFill>
        <p:spPr>
          <a:xfrm>
            <a:off x="-15766" y="0"/>
            <a:ext cx="41148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8"/>
          <p:cNvSpPr txBox="1">
            <a:spLocks noGrp="1"/>
          </p:cNvSpPr>
          <p:nvPr>
            <p:ph type="body" idx="1"/>
          </p:nvPr>
        </p:nvSpPr>
        <p:spPr>
          <a:xfrm>
            <a:off x="4754880" y="1280160"/>
            <a:ext cx="638101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title"/>
          </p:nvPr>
        </p:nvSpPr>
        <p:spPr>
          <a:xfrm>
            <a:off x="548640" y="1280160"/>
            <a:ext cx="2926080" cy="43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/>
          <p:nvPr/>
        </p:nvSpPr>
        <p:spPr>
          <a:xfrm rot="10800000">
            <a:off x="-27197" y="0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8"/>
          <p:cNvSpPr/>
          <p:nvPr/>
        </p:nvSpPr>
        <p:spPr>
          <a:xfrm>
            <a:off x="2476263" y="5953605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8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">
  <p:cSld name="3_Two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9"/>
          <p:cNvSpPr/>
          <p:nvPr/>
        </p:nvSpPr>
        <p:spPr>
          <a:xfrm>
            <a:off x="-15766" y="0"/>
            <a:ext cx="411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49"/>
          <p:cNvPicPr preferRelativeResize="0"/>
          <p:nvPr/>
        </p:nvPicPr>
        <p:blipFill rotWithShape="1">
          <a:blip r:embed="rId2">
            <a:alphaModFix/>
          </a:blip>
          <a:srcRect l="7835" t="6521" r="65979" b="10527"/>
          <a:stretch/>
        </p:blipFill>
        <p:spPr>
          <a:xfrm>
            <a:off x="-15766" y="0"/>
            <a:ext cx="4114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9"/>
          <p:cNvSpPr txBox="1">
            <a:spLocks noGrp="1"/>
          </p:cNvSpPr>
          <p:nvPr>
            <p:ph type="body" idx="1"/>
          </p:nvPr>
        </p:nvSpPr>
        <p:spPr>
          <a:xfrm>
            <a:off x="4754880" y="1280160"/>
            <a:ext cx="638101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77" name="Google Shape;77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9"/>
          <p:cNvSpPr txBox="1">
            <a:spLocks noGrp="1"/>
          </p:cNvSpPr>
          <p:nvPr>
            <p:ph type="title"/>
          </p:nvPr>
        </p:nvSpPr>
        <p:spPr>
          <a:xfrm>
            <a:off x="548640" y="1280160"/>
            <a:ext cx="2926080" cy="43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9"/>
          <p:cNvSpPr/>
          <p:nvPr/>
        </p:nvSpPr>
        <p:spPr>
          <a:xfrm rot="10800000">
            <a:off x="-27197" y="0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9"/>
          <p:cNvSpPr/>
          <p:nvPr/>
        </p:nvSpPr>
        <p:spPr>
          <a:xfrm>
            <a:off x="2476263" y="5953605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9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wo Content">
  <p:cSld name="6_Two Conte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0"/>
          <p:cNvSpPr txBox="1">
            <a:spLocks noGrp="1"/>
          </p:cNvSpPr>
          <p:nvPr>
            <p:ph type="body" idx="1"/>
          </p:nvPr>
        </p:nvSpPr>
        <p:spPr>
          <a:xfrm>
            <a:off x="4754880" y="1280160"/>
            <a:ext cx="638101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4" name="Google Shape;84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0"/>
          <p:cNvSpPr/>
          <p:nvPr/>
        </p:nvSpPr>
        <p:spPr>
          <a:xfrm>
            <a:off x="-15766" y="0"/>
            <a:ext cx="41148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50"/>
          <p:cNvPicPr preferRelativeResize="0"/>
          <p:nvPr/>
        </p:nvPicPr>
        <p:blipFill rotWithShape="1">
          <a:blip r:embed="rId3">
            <a:alphaModFix amt="40000"/>
          </a:blip>
          <a:srcRect l="7835" t="6521" r="65979" b="10527"/>
          <a:stretch/>
        </p:blipFill>
        <p:spPr>
          <a:xfrm>
            <a:off x="-15766" y="0"/>
            <a:ext cx="4114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0"/>
          <p:cNvSpPr txBox="1">
            <a:spLocks noGrp="1"/>
          </p:cNvSpPr>
          <p:nvPr>
            <p:ph type="title"/>
          </p:nvPr>
        </p:nvSpPr>
        <p:spPr>
          <a:xfrm>
            <a:off x="548640" y="1280160"/>
            <a:ext cx="2926080" cy="43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0"/>
          <p:cNvSpPr/>
          <p:nvPr/>
        </p:nvSpPr>
        <p:spPr>
          <a:xfrm rot="10800000">
            <a:off x="-27197" y="0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0"/>
          <p:cNvSpPr/>
          <p:nvPr/>
        </p:nvSpPr>
        <p:spPr>
          <a:xfrm>
            <a:off x="2476263" y="5953605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0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1"/>
          <p:cNvSpPr txBox="1">
            <a:spLocks noGrp="1"/>
          </p:cNvSpPr>
          <p:nvPr>
            <p:ph type="body" idx="1"/>
          </p:nvPr>
        </p:nvSpPr>
        <p:spPr>
          <a:xfrm>
            <a:off x="4754880" y="1280160"/>
            <a:ext cx="63810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 i="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51"/>
          <p:cNvSpPr txBox="1">
            <a:spLocks noGrp="1"/>
          </p:cNvSpPr>
          <p:nvPr>
            <p:ph type="body" idx="2"/>
          </p:nvPr>
        </p:nvSpPr>
        <p:spPr>
          <a:xfrm>
            <a:off x="4754880" y="1828800"/>
            <a:ext cx="6381016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51"/>
          <p:cNvSpPr/>
          <p:nvPr/>
        </p:nvSpPr>
        <p:spPr>
          <a:xfrm>
            <a:off x="-15766" y="0"/>
            <a:ext cx="41148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51"/>
          <p:cNvPicPr preferRelativeResize="0"/>
          <p:nvPr/>
        </p:nvPicPr>
        <p:blipFill rotWithShape="1">
          <a:blip r:embed="rId3">
            <a:alphaModFix amt="8000"/>
          </a:blip>
          <a:srcRect l="7835" t="6521" r="65979" b="10527"/>
          <a:stretch/>
        </p:blipFill>
        <p:spPr>
          <a:xfrm>
            <a:off x="-15766" y="0"/>
            <a:ext cx="4114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1"/>
          <p:cNvSpPr txBox="1">
            <a:spLocks noGrp="1"/>
          </p:cNvSpPr>
          <p:nvPr>
            <p:ph type="title"/>
          </p:nvPr>
        </p:nvSpPr>
        <p:spPr>
          <a:xfrm>
            <a:off x="548640" y="1280160"/>
            <a:ext cx="2926080" cy="43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1"/>
          <p:cNvSpPr/>
          <p:nvPr/>
        </p:nvSpPr>
        <p:spPr>
          <a:xfrm rot="10800000">
            <a:off x="-27197" y="0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1"/>
          <p:cNvSpPr/>
          <p:nvPr/>
        </p:nvSpPr>
        <p:spPr>
          <a:xfrm>
            <a:off x="2476263" y="5953605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1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wo Content">
  <p:cSld name="4_Two Conte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2"/>
          <p:cNvSpPr txBox="1">
            <a:spLocks noGrp="1"/>
          </p:cNvSpPr>
          <p:nvPr>
            <p:ph type="body" idx="1"/>
          </p:nvPr>
        </p:nvSpPr>
        <p:spPr>
          <a:xfrm>
            <a:off x="4754880" y="1280160"/>
            <a:ext cx="63810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 i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" name="Google Shape;104;p52"/>
          <p:cNvSpPr txBox="1">
            <a:spLocks noGrp="1"/>
          </p:cNvSpPr>
          <p:nvPr>
            <p:ph type="body" idx="2"/>
          </p:nvPr>
        </p:nvSpPr>
        <p:spPr>
          <a:xfrm>
            <a:off x="4754880" y="1828800"/>
            <a:ext cx="6381016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52"/>
          <p:cNvSpPr/>
          <p:nvPr/>
        </p:nvSpPr>
        <p:spPr>
          <a:xfrm>
            <a:off x="-15766" y="0"/>
            <a:ext cx="411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52"/>
          <p:cNvPicPr preferRelativeResize="0"/>
          <p:nvPr/>
        </p:nvPicPr>
        <p:blipFill rotWithShape="1">
          <a:blip r:embed="rId3">
            <a:alphaModFix/>
          </a:blip>
          <a:srcRect l="7835" t="6521" r="65979" b="10527"/>
          <a:stretch/>
        </p:blipFill>
        <p:spPr>
          <a:xfrm>
            <a:off x="-15766" y="0"/>
            <a:ext cx="4114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2"/>
          <p:cNvSpPr txBox="1">
            <a:spLocks noGrp="1"/>
          </p:cNvSpPr>
          <p:nvPr>
            <p:ph type="title"/>
          </p:nvPr>
        </p:nvSpPr>
        <p:spPr>
          <a:xfrm>
            <a:off x="548640" y="1280160"/>
            <a:ext cx="2926080" cy="43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2"/>
          <p:cNvSpPr/>
          <p:nvPr/>
        </p:nvSpPr>
        <p:spPr>
          <a:xfrm rot="10800000">
            <a:off x="-27197" y="0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2"/>
          <p:cNvSpPr/>
          <p:nvPr/>
        </p:nvSpPr>
        <p:spPr>
          <a:xfrm>
            <a:off x="2476263" y="5953605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wo Content">
  <p:cSld name="7_Two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3"/>
          <p:cNvSpPr txBox="1">
            <a:spLocks noGrp="1"/>
          </p:cNvSpPr>
          <p:nvPr>
            <p:ph type="body" idx="1"/>
          </p:nvPr>
        </p:nvSpPr>
        <p:spPr>
          <a:xfrm>
            <a:off x="4754880" y="1280160"/>
            <a:ext cx="63810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sz="2000" b="1" i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p53"/>
          <p:cNvSpPr txBox="1">
            <a:spLocks noGrp="1"/>
          </p:cNvSpPr>
          <p:nvPr>
            <p:ph type="body" idx="2"/>
          </p:nvPr>
        </p:nvSpPr>
        <p:spPr>
          <a:xfrm>
            <a:off x="4754880" y="1828800"/>
            <a:ext cx="6381016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53"/>
          <p:cNvSpPr/>
          <p:nvPr/>
        </p:nvSpPr>
        <p:spPr>
          <a:xfrm>
            <a:off x="-15766" y="0"/>
            <a:ext cx="41148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53"/>
          <p:cNvPicPr preferRelativeResize="0"/>
          <p:nvPr/>
        </p:nvPicPr>
        <p:blipFill rotWithShape="1">
          <a:blip r:embed="rId3">
            <a:alphaModFix amt="40000"/>
          </a:blip>
          <a:srcRect l="7835" t="6521" r="65979" b="10527"/>
          <a:stretch/>
        </p:blipFill>
        <p:spPr>
          <a:xfrm>
            <a:off x="-15766" y="0"/>
            <a:ext cx="4114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3"/>
          <p:cNvSpPr txBox="1">
            <a:spLocks noGrp="1"/>
          </p:cNvSpPr>
          <p:nvPr>
            <p:ph type="title"/>
          </p:nvPr>
        </p:nvSpPr>
        <p:spPr>
          <a:xfrm>
            <a:off x="548640" y="1280160"/>
            <a:ext cx="2926080" cy="43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3"/>
          <p:cNvSpPr/>
          <p:nvPr/>
        </p:nvSpPr>
        <p:spPr>
          <a:xfrm rot="10800000">
            <a:off x="-23082" y="0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3"/>
          <p:cNvSpPr/>
          <p:nvPr/>
        </p:nvSpPr>
        <p:spPr>
          <a:xfrm>
            <a:off x="2476263" y="5953605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3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wo Content">
  <p:cSld name="8_Two Conten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4"/>
          <p:cNvSpPr/>
          <p:nvPr/>
        </p:nvSpPr>
        <p:spPr>
          <a:xfrm>
            <a:off x="4114800" y="0"/>
            <a:ext cx="809296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4"/>
          <p:cNvPicPr preferRelativeResize="0"/>
          <p:nvPr/>
        </p:nvPicPr>
        <p:blipFill rotWithShape="1">
          <a:blip r:embed="rId2">
            <a:alphaModFix amt="8000"/>
          </a:blip>
          <a:srcRect l="34021" t="6521" r="14478" b="10527"/>
          <a:stretch/>
        </p:blipFill>
        <p:spPr>
          <a:xfrm>
            <a:off x="4114800" y="0"/>
            <a:ext cx="80929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4"/>
          <p:cNvSpPr/>
          <p:nvPr/>
        </p:nvSpPr>
        <p:spPr>
          <a:xfrm rot="10800000">
            <a:off x="4089030" y="0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4"/>
          <p:cNvSpPr/>
          <p:nvPr/>
        </p:nvSpPr>
        <p:spPr>
          <a:xfrm>
            <a:off x="10580975" y="5953605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4"/>
          <p:cNvSpPr txBox="1">
            <a:spLocks noGrp="1"/>
          </p:cNvSpPr>
          <p:nvPr>
            <p:ph type="title"/>
          </p:nvPr>
        </p:nvSpPr>
        <p:spPr>
          <a:xfrm>
            <a:off x="548640" y="1280160"/>
            <a:ext cx="2926080" cy="43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Helvetica Neue Light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4"/>
          <p:cNvSpPr txBox="1">
            <a:spLocks noGrp="1"/>
          </p:cNvSpPr>
          <p:nvPr>
            <p:ph type="body" idx="1"/>
          </p:nvPr>
        </p:nvSpPr>
        <p:spPr>
          <a:xfrm>
            <a:off x="4754880" y="1280160"/>
            <a:ext cx="63810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54"/>
          <p:cNvSpPr txBox="1">
            <a:spLocks noGrp="1"/>
          </p:cNvSpPr>
          <p:nvPr>
            <p:ph type="body" idx="2"/>
          </p:nvPr>
        </p:nvSpPr>
        <p:spPr>
          <a:xfrm>
            <a:off x="4754880" y="1828800"/>
            <a:ext cx="6381016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5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wo Content">
  <p:cSld name="10_Two Conte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5"/>
          <p:cNvSpPr/>
          <p:nvPr/>
        </p:nvSpPr>
        <p:spPr>
          <a:xfrm>
            <a:off x="4114800" y="0"/>
            <a:ext cx="80929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5"/>
          <p:cNvPicPr preferRelativeResize="0"/>
          <p:nvPr/>
        </p:nvPicPr>
        <p:blipFill rotWithShape="1">
          <a:blip r:embed="rId2">
            <a:alphaModFix/>
          </a:blip>
          <a:srcRect l="34021" t="6521" r="14478" b="10527"/>
          <a:stretch/>
        </p:blipFill>
        <p:spPr>
          <a:xfrm>
            <a:off x="4114800" y="0"/>
            <a:ext cx="80929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5"/>
          <p:cNvSpPr/>
          <p:nvPr/>
        </p:nvSpPr>
        <p:spPr>
          <a:xfrm rot="10800000">
            <a:off x="4089030" y="0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5"/>
          <p:cNvSpPr/>
          <p:nvPr/>
        </p:nvSpPr>
        <p:spPr>
          <a:xfrm>
            <a:off x="10580975" y="5953605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5"/>
          <p:cNvSpPr txBox="1">
            <a:spLocks noGrp="1"/>
          </p:cNvSpPr>
          <p:nvPr>
            <p:ph type="body" idx="1"/>
          </p:nvPr>
        </p:nvSpPr>
        <p:spPr>
          <a:xfrm>
            <a:off x="4754880" y="1280160"/>
            <a:ext cx="63810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7" name="Google Shape;137;p55"/>
          <p:cNvSpPr txBox="1">
            <a:spLocks noGrp="1"/>
          </p:cNvSpPr>
          <p:nvPr>
            <p:ph type="body" idx="2"/>
          </p:nvPr>
        </p:nvSpPr>
        <p:spPr>
          <a:xfrm>
            <a:off x="4754880" y="1828800"/>
            <a:ext cx="6381016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55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55"/>
          <p:cNvSpPr/>
          <p:nvPr/>
        </p:nvSpPr>
        <p:spPr>
          <a:xfrm>
            <a:off x="0" y="0"/>
            <a:ext cx="1576552" cy="12256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5"/>
          <p:cNvSpPr txBox="1">
            <a:spLocks noGrp="1"/>
          </p:cNvSpPr>
          <p:nvPr>
            <p:ph type="title"/>
          </p:nvPr>
        </p:nvSpPr>
        <p:spPr>
          <a:xfrm>
            <a:off x="548640" y="1280160"/>
            <a:ext cx="2926080" cy="43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1" name="Google Shape;14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wo Content">
  <p:cSld name="9_Two Conten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6"/>
          <p:cNvSpPr/>
          <p:nvPr/>
        </p:nvSpPr>
        <p:spPr>
          <a:xfrm>
            <a:off x="4114800" y="0"/>
            <a:ext cx="80929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56"/>
          <p:cNvPicPr preferRelativeResize="0"/>
          <p:nvPr/>
        </p:nvPicPr>
        <p:blipFill rotWithShape="1">
          <a:blip r:embed="rId2">
            <a:alphaModFix amt="40000"/>
          </a:blip>
          <a:srcRect l="34021" t="6521" r="14478" b="10527"/>
          <a:stretch/>
        </p:blipFill>
        <p:spPr>
          <a:xfrm>
            <a:off x="4114800" y="0"/>
            <a:ext cx="80929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6"/>
          <p:cNvSpPr/>
          <p:nvPr/>
        </p:nvSpPr>
        <p:spPr>
          <a:xfrm>
            <a:off x="0" y="0"/>
            <a:ext cx="1576552" cy="12256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6"/>
          <p:cNvSpPr txBox="1">
            <a:spLocks noGrp="1"/>
          </p:cNvSpPr>
          <p:nvPr>
            <p:ph type="title"/>
          </p:nvPr>
        </p:nvSpPr>
        <p:spPr>
          <a:xfrm>
            <a:off x="548640" y="1280160"/>
            <a:ext cx="2926080" cy="436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Helvetica Neue Light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6"/>
          <p:cNvSpPr/>
          <p:nvPr/>
        </p:nvSpPr>
        <p:spPr>
          <a:xfrm rot="10800000">
            <a:off x="4089030" y="0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6"/>
          <p:cNvSpPr/>
          <p:nvPr/>
        </p:nvSpPr>
        <p:spPr>
          <a:xfrm>
            <a:off x="10580975" y="5953605"/>
            <a:ext cx="1640680" cy="904395"/>
          </a:xfrm>
          <a:custGeom>
            <a:avLst/>
            <a:gdLst/>
            <a:ahLst/>
            <a:cxnLst/>
            <a:rect l="l" t="t" r="r" b="b"/>
            <a:pathLst>
              <a:path w="1640680" h="904395" extrusionOk="0">
                <a:moveTo>
                  <a:pt x="0" y="904395"/>
                </a:moveTo>
                <a:lnTo>
                  <a:pt x="1638667" y="0"/>
                </a:lnTo>
                <a:cubicBezTo>
                  <a:pt x="1636740" y="328504"/>
                  <a:pt x="1642188" y="575891"/>
                  <a:pt x="1640261" y="904395"/>
                </a:cubicBezTo>
                <a:lnTo>
                  <a:pt x="0" y="9043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6"/>
          <p:cNvSpPr txBox="1">
            <a:spLocks noGrp="1"/>
          </p:cNvSpPr>
          <p:nvPr>
            <p:ph type="body" idx="1"/>
          </p:nvPr>
        </p:nvSpPr>
        <p:spPr>
          <a:xfrm>
            <a:off x="4754880" y="1280160"/>
            <a:ext cx="63810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0" name="Google Shape;150;p56"/>
          <p:cNvSpPr txBox="1">
            <a:spLocks noGrp="1"/>
          </p:cNvSpPr>
          <p:nvPr>
            <p:ph type="body" idx="2"/>
          </p:nvPr>
        </p:nvSpPr>
        <p:spPr>
          <a:xfrm>
            <a:off x="4754880" y="1828800"/>
            <a:ext cx="6381016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56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7234" y="13810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7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None/>
              <a:defRPr sz="29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None/>
              <a:defRPr sz="2900">
                <a:solidFill>
                  <a:schemeClr val="accent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None/>
              <a:defRPr sz="2900">
                <a:solidFill>
                  <a:schemeClr val="accent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None/>
              <a:defRPr sz="2900">
                <a:solidFill>
                  <a:schemeClr val="accent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None/>
              <a:defRPr sz="2900">
                <a:solidFill>
                  <a:schemeClr val="accent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None/>
              <a:defRPr sz="2900">
                <a:solidFill>
                  <a:schemeClr val="accent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None/>
              <a:defRPr sz="2900">
                <a:solidFill>
                  <a:schemeClr val="accent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None/>
              <a:defRPr sz="2900">
                <a:solidFill>
                  <a:schemeClr val="accent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None/>
              <a:defRPr sz="29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5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5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58"/>
          <p:cNvSpPr txBox="1"/>
          <p:nvPr/>
        </p:nvSpPr>
        <p:spPr>
          <a:xfrm>
            <a:off x="8828333" y="6254223"/>
            <a:ext cx="2792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May 2023</a:t>
            </a:r>
            <a:endParaRPr sz="1300" b="0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54444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65" name="Google Shape;165;p5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59"/>
          <p:cNvSpPr txBox="1"/>
          <p:nvPr/>
        </p:nvSpPr>
        <p:spPr>
          <a:xfrm>
            <a:off x="8828333" y="6254223"/>
            <a:ext cx="2792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May 2023</a:t>
            </a:r>
            <a:endParaRPr sz="1300" b="0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71" name="Google Shape;171;p6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2" name="Google Shape;172;p6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60"/>
          <p:cNvSpPr txBox="1"/>
          <p:nvPr/>
        </p:nvSpPr>
        <p:spPr>
          <a:xfrm>
            <a:off x="8828333" y="6254223"/>
            <a:ext cx="2792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May 2023</a:t>
            </a:r>
            <a:endParaRPr sz="1300" b="0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548640" y="365125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Helvetica Neue Light"/>
              <a:buNone/>
              <a:defRPr sz="3200" b="0" i="0" u="none" strike="noStrike" cap="none">
                <a:solidFill>
                  <a:schemeClr val="accent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54864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CDF92-05B8-3284-E02C-1DB9EC685F7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06262" y="6657340"/>
            <a:ext cx="40322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900">
                <a:solidFill>
                  <a:srgbClr val="00AEFF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GAI World 2023">
      <a:dk1>
        <a:srgbClr val="001D58"/>
      </a:dk1>
      <a:lt1>
        <a:srgbClr val="FFFFFF"/>
      </a:lt1>
      <a:dk2>
        <a:srgbClr val="000000"/>
      </a:dk2>
      <a:lt2>
        <a:srgbClr val="FFFFFF"/>
      </a:lt2>
      <a:accent1>
        <a:srgbClr val="001D58"/>
      </a:accent1>
      <a:accent2>
        <a:srgbClr val="0AACDC"/>
      </a:accent2>
      <a:accent3>
        <a:srgbClr val="00FFFE"/>
      </a:accent3>
      <a:accent4>
        <a:srgbClr val="43157D"/>
      </a:accent4>
      <a:accent5>
        <a:srgbClr val="D200F5"/>
      </a:accent5>
      <a:accent6>
        <a:srgbClr val="9B69FF"/>
      </a:accent6>
      <a:hlink>
        <a:srgbClr val="D200F5"/>
      </a:hlink>
      <a:folHlink>
        <a:srgbClr val="D200F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442</Words>
  <Application>Microsoft Office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Montserrat Light</vt:lpstr>
      <vt:lpstr>Aptos</vt:lpstr>
      <vt:lpstr>Bellefair</vt:lpstr>
      <vt:lpstr>Montserrat</vt:lpstr>
      <vt:lpstr>Montserrat ExtraBold</vt:lpstr>
      <vt:lpstr>Arial</vt:lpstr>
      <vt:lpstr>Calibri</vt:lpstr>
      <vt:lpstr>Helvetica Neue Light</vt:lpstr>
      <vt:lpstr>Helvetica Neue</vt:lpstr>
      <vt:lpstr>Roboto</vt:lpstr>
      <vt:lpstr>Office Theme</vt:lpstr>
      <vt:lpstr>PowerPoint Presentation</vt:lpstr>
      <vt:lpstr>PowerPoint Presentation</vt:lpstr>
      <vt:lpstr>GAI Insights  </vt:lpstr>
      <vt:lpstr>Objectives and Agenda</vt:lpstr>
      <vt:lpstr>Prompting Matters Simple Prompt Format - (Adding Context)</vt:lpstr>
      <vt:lpstr>Better: Use AI to Create the Prompt </vt:lpstr>
      <vt:lpstr>Don’t forget to ask:  “Have you asked the  robots?”  </vt:lpstr>
      <vt:lpstr>Basic Prompts (1)</vt:lpstr>
      <vt:lpstr>Notable Aspects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Mentis of the Mind</dc:creator>
  <cp:lastModifiedBy>Adam Rappaport</cp:lastModifiedBy>
  <cp:revision>2</cp:revision>
  <dcterms:modified xsi:type="dcterms:W3CDTF">2026-02-13T15:29:22Z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e6f5a57-d148-412f-8b11-bda3fcec488f_Enabled">
    <vt:lpwstr>true</vt:lpwstr>
  </property>
  <property fmtid="{D5CDD505-2E9C-101B-9397-08002B2CF9AE}" pid="3" name="MSIP_Label_1e6f5a57-d148-412f-8b11-bda3fcec488f_SetDate">
    <vt:lpwstr>2026-02-13T15:27:39Z</vt:lpwstr>
  </property>
  <property fmtid="{D5CDD505-2E9C-101B-9397-08002B2CF9AE}" pid="4" name="MSIP_Label_1e6f5a57-d148-412f-8b11-bda3fcec488f_Method">
    <vt:lpwstr>Privileged</vt:lpwstr>
  </property>
  <property fmtid="{D5CDD505-2E9C-101B-9397-08002B2CF9AE}" pid="5" name="MSIP_Label_1e6f5a57-d148-412f-8b11-bda3fcec488f_Name">
    <vt:lpwstr>PUBLIC</vt:lpwstr>
  </property>
  <property fmtid="{D5CDD505-2E9C-101B-9397-08002B2CF9AE}" pid="6" name="MSIP_Label_1e6f5a57-d148-412f-8b11-bda3fcec488f_SiteId">
    <vt:lpwstr>aee1d42e-29d0-401f-b3a7-4dfa337692cc</vt:lpwstr>
  </property>
  <property fmtid="{D5CDD505-2E9C-101B-9397-08002B2CF9AE}" pid="7" name="MSIP_Label_1e6f5a57-d148-412f-8b11-bda3fcec488f_ActionId">
    <vt:lpwstr>e37686eb-db20-48bc-aea3-9027baf43667</vt:lpwstr>
  </property>
  <property fmtid="{D5CDD505-2E9C-101B-9397-08002B2CF9AE}" pid="8" name="MSIP_Label_1e6f5a57-d148-412f-8b11-bda3fcec488f_ContentBits">
    <vt:lpwstr>2</vt:lpwstr>
  </property>
  <property fmtid="{D5CDD505-2E9C-101B-9397-08002B2CF9AE}" pid="9" name="MSIP_Label_1e6f5a57-d148-412f-8b11-bda3fcec488f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PUBLIC</vt:lpwstr>
  </property>
</Properties>
</file>